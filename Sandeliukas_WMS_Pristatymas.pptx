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T120B029  2026 pavasaris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SANDELIUKAS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Grupinio projekto gynimas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Kaunas,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914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[Komandos nariai...]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942186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942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PANAUDOJIMO ATVEJAI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diagrama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Sistemos vartotojai ir jų veiksmai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832104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8321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Panaudojimo atvejų diagrama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766621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VEIKLOS DIAGRAMOS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Veiklos diagramos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Pirkimo procesas ir pranesimu valdymas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Veiklos diagrama – Pirkimas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Veiklos diagrama – Pranesimų valdymas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67883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6788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KLASIU DIAGRAMOS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Klasiu diagramos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Pilna sistemos struktura ir PKD_Customer posistemis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Klasiu diagrama – visa sistema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Klasiu diagrama – PKD_Customer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591056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PAKETU DIAGRAMA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Paketu diagrama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Sistemos sluoksnių ir paketu priklausomybes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931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Paketu diagrama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7315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45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.controller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837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uzklausu valdymas, sesija, peradresavimas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313432"/>
            <a:ext cx="402336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313432"/>
            <a:ext cx="7315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Verslo logika, validacija, operacijos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118104"/>
            <a:ext cx="402336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18104"/>
            <a:ext cx="7315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.repository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duomenu prieiga, uzklauses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922776"/>
            <a:ext cx="402336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922776"/>
            <a:ext cx="7315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Duomenu modelio objektai (entitijos)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0299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KOMPONENTU / DIEGIMO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Komponentu ir diegimo diagramos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Sistemos komponentai ir infrastrukturos topologija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Komponentu diagrama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Diegimo diagrama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50327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503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 DIAGRAMOS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 diagramos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Pagrindiniai kliento ir sandelio scenarijai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840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Seku diagrama – Pirkimas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solidFill>
            <a:srgbClr val="F0F4FA"/>
          </a:solidFill>
          <a:ln w="19050">
            <a:solidFill>
              <a:srgbClr val="C5D0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17720" y="150876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Seku diagrama – Kitas scenarijus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67883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6788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BUSENU DIAGRAMOS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Busenu diagramos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Pirkimo ir Pirkimo_busenos bukles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 Pirkimas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8321040" cy="1325880"/>
          </a:xfrm>
          <a:prstGeom prst="rect">
            <a:avLst/>
          </a:prstGeom>
          <a:solidFill>
            <a:srgbClr val="FAFC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048256"/>
            <a:ext cx="237744" cy="2377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286000"/>
            <a:ext cx="0" cy="7315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359152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F5F5C8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359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Rezervuotas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551176"/>
            <a:ext cx="228600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0136" y="2505456"/>
            <a:ext cx="9144" cy="91440"/>
          </a:xfrm>
          <a:prstGeom prst="rect">
            <a:avLst/>
          </a:prstGeom>
          <a:solidFill>
            <a:srgbClr val="555555"/>
          </a:solidFill>
          <a:ln w="127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304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Atliktas sekmingas mokejimas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359152"/>
            <a:ext cx="1554480" cy="384048"/>
          </a:xfrm>
          <a:prstGeom prst="roundRect">
            <a:avLst>
              <a:gd name="adj" fmla="val 16667"/>
            </a:avLst>
          </a:prstGeom>
          <a:solidFill>
            <a:srgbClr val="F5F5C8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359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Apmoketas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 Pirkimo_busena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944368"/>
            <a:ext cx="8321040" cy="1664208"/>
          </a:xfrm>
          <a:prstGeom prst="rect">
            <a:avLst/>
          </a:prstGeom>
          <a:solidFill>
            <a:srgbClr val="FAFC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630168"/>
            <a:ext cx="237744" cy="2377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67912"/>
            <a:ext cx="0" cy="1737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41648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F5F5C8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Uzsakyta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4233672"/>
            <a:ext cx="164592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57016" y="4187952"/>
            <a:ext cx="9144" cy="91440"/>
          </a:xfrm>
          <a:prstGeom prst="rect">
            <a:avLst/>
          </a:prstGeom>
          <a:solidFill>
            <a:srgbClr val="555555"/>
          </a:solidFill>
          <a:ln w="127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Perkelia i atsiemimo punkta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041648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F5F5C8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041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Atsiemimo_punkte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4233672"/>
            <a:ext cx="141732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77456" y="4187952"/>
            <a:ext cx="9144" cy="91440"/>
          </a:xfrm>
          <a:prstGeom prst="rect">
            <a:avLst/>
          </a:prstGeom>
          <a:solidFill>
            <a:srgbClr val="555555"/>
          </a:solidFill>
          <a:ln w="127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9867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Pazymi preke kaip atsiimta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4041648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F5F5C8"/>
          </a:solidFill>
          <a:ln w="1524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4041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Atsiimta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55666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556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TECHNOLOGIJOS &amp; NAVIGACIJA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Technologijų rinkinys ir UI navigacija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Pasirinktos bibliotekos ir vartotojų keliai per sistemą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35331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08760"/>
            <a:ext cx="135331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4.0.3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37944" y="1508760"/>
            <a:ext cx="135331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37944" y="1508760"/>
            <a:ext cx="135331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15361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37944" y="17556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/ Oracle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64408" y="1508760"/>
            <a:ext cx="135331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1508760"/>
            <a:ext cx="135331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5361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64408" y="17556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šablonai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90872" y="1508760"/>
            <a:ext cx="135331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1508760"/>
            <a:ext cx="135331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15361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JPA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90872" y="17556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17336" y="1508760"/>
            <a:ext cx="135331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1508760"/>
            <a:ext cx="135331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15361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17336" y="17556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driver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43800" y="1508760"/>
            <a:ext cx="135331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1508760"/>
            <a:ext cx="135331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5361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43800" y="17556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Micrometer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1480" y="2048256"/>
            <a:ext cx="2084832" cy="219456"/>
          </a:xfrm>
          <a:prstGeom prst="rect">
            <a:avLst/>
          </a:prstGeom>
          <a:solidFill>
            <a:srgbClr val="EEF2F7"/>
          </a:solidFill>
          <a:ln w="9525">
            <a:solidFill>
              <a:srgbClr val="C5D0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0482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(build)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2048256"/>
            <a:ext cx="2084832" cy="219456"/>
          </a:xfrm>
          <a:prstGeom prst="rect">
            <a:avLst/>
          </a:prstGeom>
          <a:solidFill>
            <a:srgbClr val="EEF2F7"/>
          </a:solidFill>
          <a:ln w="9525">
            <a:solidFill>
              <a:srgbClr val="C5D0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0482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(embed.)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2048256"/>
            <a:ext cx="2084832" cy="219456"/>
          </a:xfrm>
          <a:prstGeom prst="rect">
            <a:avLst/>
          </a:prstGeom>
          <a:solidFill>
            <a:srgbClr val="EEF2F7"/>
          </a:solidFill>
          <a:ln w="9525">
            <a:solidFill>
              <a:srgbClr val="C5D0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0482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95160" y="2048256"/>
            <a:ext cx="2084832" cy="219456"/>
          </a:xfrm>
          <a:prstGeom prst="rect">
            <a:avLst/>
          </a:prstGeom>
          <a:solidFill>
            <a:srgbClr val="EEF2F7"/>
          </a:solidFill>
          <a:ln w="9525">
            <a:solidFill>
              <a:srgbClr val="C5D0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20482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(test DB)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0" y="2368296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 (bendras įėjimas)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1480" y="2706624"/>
            <a:ext cx="263347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7066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Administratorius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298094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298094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8094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/admin/dashboard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3255264"/>
            <a:ext cx="2633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325526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25526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/admin/products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" y="352958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352958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52958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/admin/orders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1480" y="3803904"/>
            <a:ext cx="2633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380390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80390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/admin/users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11480" y="407822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407822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07822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/admin/metrics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27832" y="2706624"/>
            <a:ext cx="263347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27832" y="27066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Pirkėjas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27832" y="298094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27832" y="298094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19272" y="298094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/customer/menu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27832" y="3255264"/>
            <a:ext cx="2633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27832" y="325526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19272" y="325526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/customer/catalog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27832" y="352958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27832" y="352958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19272" y="352958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/customer/products/{id}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27832" y="3803904"/>
            <a:ext cx="2633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27832" y="380390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19272" y="380390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/customer/cart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27832" y="407822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27832" y="407822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9272" y="407822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/customer/purchases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044184" y="2706624"/>
            <a:ext cx="263347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44184" y="27066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Sandėlininkas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044184" y="298094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44184" y="298094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35624" y="298094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/warehouse/menu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044184" y="3255264"/>
            <a:ext cx="2633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44184" y="325526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35624" y="325526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/warehouse/stock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044184" y="352958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44184" y="352958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35624" y="352958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/warehouse/inspection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044184" y="3803904"/>
            <a:ext cx="2633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44184" y="380390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35624" y="380390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/warehouse/messages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044184" y="4078224"/>
            <a:ext cx="2633472" cy="265176"/>
          </a:xfrm>
          <a:prstGeom prst="rect">
            <a:avLst/>
          </a:prstGeom>
          <a:solidFill>
            <a:srgbClr val="EEF2F7"/>
          </a:solidFill>
          <a:ln w="6350">
            <a:solidFill>
              <a:srgbClr val="C5D0D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4184" y="4078224"/>
            <a:ext cx="45720" cy="2651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35624" y="407822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/warehouse/schedule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Architektūriniai kokybės rodikliai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GREITAVEIKA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411480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3268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uzklausos (paleidimo metu)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51176" y="93268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411480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801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Vidutine uzklausos trukme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51176" y="128016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214.8 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411480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62763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Serverio klaidos (5xx)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51176" y="1627632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975104"/>
            <a:ext cx="411480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975104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Stebejimo irankis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51176" y="197510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 + Micrometer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685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ATMINTIES NAUDOJIMAS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932688"/>
            <a:ext cx="397764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932688"/>
            <a:ext cx="2068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naudojimas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23253" y="932688"/>
            <a:ext cx="1829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/ 3548 MB  (4%)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397764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280160"/>
            <a:ext cx="2068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Non-Heap (JVM vidine)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23253" y="1280160"/>
            <a:ext cx="1829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MB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1627632"/>
            <a:ext cx="397764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627632"/>
            <a:ext cx="2068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Aktyvios gijos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23253" y="1627632"/>
            <a:ext cx="1829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975104"/>
            <a:ext cx="397764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975104"/>
            <a:ext cx="2068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branduoliai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23253" y="1975104"/>
            <a:ext cx="1829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2212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SAUGUMAS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2459736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2459736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Autentifikacija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814170" y="2459736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HttpSession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2807208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2807208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Apsaugoti marsrutai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14170" y="2807208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3154680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3154680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Slaptazodzio tikrin.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14170" y="3154680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(DB)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502152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502152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klaidos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14170" y="3502152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91840" y="2212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ATNAUJINIMO GALIMYBES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91840" y="2459736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2459736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94530" y="2459736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4.0.3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91840" y="2807208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01568" y="2807208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94530" y="2807208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(Oracle)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91840" y="3502152"/>
            <a:ext cx="269748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01568" y="3502152"/>
            <a:ext cx="1402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Versiju tikrinimas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94530" y="3502152"/>
            <a:ext cx="1240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versions:check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72200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BACKUP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72200" y="2459736"/>
            <a:ext cx="256032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1928" y="2459736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Strategija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503566" y="2459736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 + cron 02:00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72200" y="2788920"/>
            <a:ext cx="256032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81928" y="2788920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503566" y="2788920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BackupService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72200" y="3172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TESTAVIMAS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72200" y="3419856"/>
            <a:ext cx="256032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81928" y="3419856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503566" y="3419856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172200" y="3749040"/>
            <a:ext cx="256032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81928" y="3749040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DB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03566" y="3749040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72200" y="4078224"/>
            <a:ext cx="2560320" cy="329184"/>
          </a:xfrm>
          <a:prstGeom prst="rect">
            <a:avLst/>
          </a:prstGeom>
          <a:solidFill>
            <a:srgbClr val="111820"/>
          </a:solidFill>
          <a:ln w="9525">
            <a:solidFill>
              <a:srgbClr val="1E2D3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81928" y="4078224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503566" y="4078224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application-test.properties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Sandeliukas WMS</dc:title>
  <dc:subject>PptxGenJS Presentation</dc:subject>
  <dc:creator>Sandeliukas Team</dc:creator>
  <cp:lastModifiedBy>Sandeliukas Team</cp:lastModifiedBy>
  <cp:revision>1</cp:revision>
  <dcterms:created xsi:type="dcterms:W3CDTF">2026-05-17T14:14:59Z</dcterms:created>
  <dcterms:modified xsi:type="dcterms:W3CDTF">2026-05-17T14:14:59Z</dcterms:modified>
</cp:coreProperties>
</file>